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7c976eb13_1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7c976eb1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7c976eb13_1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7c976eb1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7c976eb13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7c976eb13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7c976eb13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7c976eb13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7c976eb13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7c976eb13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2: RAG+LLM System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</a:t>
            </a:r>
            <a:r>
              <a:rPr lang="en"/>
              <a:t>Architecture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111275" y="1797375"/>
            <a:ext cx="8450400" cy="30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Ingestion: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text from PDFs using PyMuPDF.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Split text into overlapping chunks (350 words per chunk with 150-word overlap) to retain context.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Encode chunks into vector representations using a Sentence Transformer model.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 embeddings in FAISS for efficient similarity search.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 &amp; Reranking: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Retrieve top-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candidate chunks (e.g., k=3) from FAISS. Re-rank candidates using a Cross-Encoder model to select the most relevant context.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Answer Generation: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Generate answers with Flan-T5 using only the retrieved and re-ranked context. Guardrails (prompt constraints and context restriction) prevent hallucinations.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Assess answer quality via semantic similarity between generated answers and retrieved chunks. Compute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grounding precision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a defined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0.7) and retrieval recall to measure how well the LLM is supported by the source content.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Architecture   Diagram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75" y="932751"/>
            <a:ext cx="8172099" cy="38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 &amp; Robustness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96800" y="1711975"/>
            <a:ext cx="8977500" cy="3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more documents: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FAISS vector index allows fast similarity search; supports millions of vectors efficiently.Chunking with overlap ensures semantic coverage without exploding index size.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 users: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 computation is lightweight (MiniLM / mpnet-base models)Retrieval and cross-encoder reranking are parallelizable; supports 100+ simultaneous queries with batch processing.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 &amp; cost efficiency: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deployed serverlessly (e.g., AWS Lambda) for small queries.GPU-based inference for LLMs is optional; batching queries reduces GPU cost.Index and embeddings stored in cloud object storage; memory footprint minimized via FAISS.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relevant answers: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retrieval returns empty or low-grounding chunks → fallback message: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“Sorry, no relevant information found.”</a:t>
            </a:r>
            <a:endParaRPr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Preventing hallucinations: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is grounded in retrieved chunks only; explicit prompt instructions enforce source citation.Semantic similarity check ensures generated answer is supported by chunks.Poorly grounded answers automatically fallback to most relevant extractive chunk.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Evaluation &amp; Insights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58025" y="1672350"/>
            <a:ext cx="8222100" cy="3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Metrics: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rgbClr val="000000"/>
                </a:solidFill>
              </a:rPr>
              <a:t>Grounding Precision@0.7 (max)</a:t>
            </a:r>
            <a:r>
              <a:rPr lang="en" sz="1300">
                <a:solidFill>
                  <a:srgbClr val="000000"/>
                </a:solidFill>
              </a:rPr>
              <a:t> = 0.93: 93% of questions have at least one retrieved chunk strongly supporting the generated answer.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rgbClr val="000000"/>
                </a:solidFill>
              </a:rPr>
              <a:t>Grounding Precision@0.7 (avg)</a:t>
            </a:r>
            <a:r>
              <a:rPr lang="en" sz="1300">
                <a:solidFill>
                  <a:srgbClr val="000000"/>
                </a:solidFill>
              </a:rPr>
              <a:t> = 0.71: On average, 71% of the generated answer content is semantically supported by retrieved chunks.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rgbClr val="000000"/>
                </a:solidFill>
              </a:rPr>
              <a:t>Retrieval Recall@3 = 0.93: 93%</a:t>
            </a:r>
            <a:r>
              <a:rPr lang="en" sz="1300">
                <a:solidFill>
                  <a:srgbClr val="000000"/>
                </a:solidFill>
              </a:rPr>
              <a:t> of questions have at least one top-3 chunk that closely matches the answer, indicating good retrieval coverage.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Observations:</a:t>
            </a:r>
            <a:r>
              <a:rPr lang="en" sz="1300">
                <a:solidFill>
                  <a:srgbClr val="000000"/>
                </a:solidFill>
              </a:rPr>
              <a:t>The LLM generally produces answers well-grounded in retrieved documents (high max precision).Variability in overall support (avg = 0.71) suggests some answer parts may lack full contextual support.Strong retrieval (recall 0.93) means most relevant chunks are retrieved. The pipeline is effective, but there's room to improve full-answer coverage and reduce unsupported sections.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